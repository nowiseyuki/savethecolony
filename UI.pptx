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A8B9-F7E4-4F9D-A91E-CFC8E9A1CDCD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46F8-EBF1-4138-9190-11539E8FAC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639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A8B9-F7E4-4F9D-A91E-CFC8E9A1CDCD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46F8-EBF1-4138-9190-11539E8FAC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4300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A8B9-F7E4-4F9D-A91E-CFC8E9A1CDCD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46F8-EBF1-4138-9190-11539E8FAC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9986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A8B9-F7E4-4F9D-A91E-CFC8E9A1CDCD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46F8-EBF1-4138-9190-11539E8FAC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7043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A8B9-F7E4-4F9D-A91E-CFC8E9A1CDCD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46F8-EBF1-4138-9190-11539E8FAC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7028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A8B9-F7E4-4F9D-A91E-CFC8E9A1CDCD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46F8-EBF1-4138-9190-11539E8FAC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3296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A8B9-F7E4-4F9D-A91E-CFC8E9A1CDCD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46F8-EBF1-4138-9190-11539E8FAC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0228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A8B9-F7E4-4F9D-A91E-CFC8E9A1CDCD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46F8-EBF1-4138-9190-11539E8FAC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3965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A8B9-F7E4-4F9D-A91E-CFC8E9A1CDCD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46F8-EBF1-4138-9190-11539E8FAC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7938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A8B9-F7E4-4F9D-A91E-CFC8E9A1CDCD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46F8-EBF1-4138-9190-11539E8FAC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4480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A8B9-F7E4-4F9D-A91E-CFC8E9A1CDCD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46F8-EBF1-4138-9190-11539E8FAC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9169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14A8B9-F7E4-4F9D-A91E-CFC8E9A1CDCD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D46F8-EBF1-4138-9190-11539E8FAC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4884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3" Type="http://schemas.openxmlformats.org/officeDocument/2006/relationships/image" Target="../media/image2.jpe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image" Target="../media/image1.jpeg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77245" y="304457"/>
            <a:ext cx="11463251" cy="6276109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678583" y="520852"/>
            <a:ext cx="10860577" cy="5861950"/>
          </a:xfrm>
          <a:prstGeom prst="rect">
            <a:avLst/>
          </a:prstGeom>
          <a:solidFill>
            <a:srgbClr val="6666FF">
              <a:alpha val="91000"/>
            </a:srgb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50" name="Picture 2" descr="Религия древнего Марс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857" y="534142"/>
            <a:ext cx="10807677" cy="5838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Прямоугольник 13"/>
          <p:cNvSpPr/>
          <p:nvPr/>
        </p:nvSpPr>
        <p:spPr>
          <a:xfrm>
            <a:off x="767649" y="1460222"/>
            <a:ext cx="3679659" cy="396934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 rot="5400000">
            <a:off x="3158464" y="2352134"/>
            <a:ext cx="2180755" cy="396934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/>
        </p:nvSpPr>
        <p:spPr>
          <a:xfrm>
            <a:off x="2236123" y="3244045"/>
            <a:ext cx="2211185" cy="396934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/>
        </p:nvSpPr>
        <p:spPr>
          <a:xfrm rot="5400000">
            <a:off x="1697500" y="3801295"/>
            <a:ext cx="1474177" cy="396934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/>
        </p:nvSpPr>
        <p:spPr>
          <a:xfrm>
            <a:off x="2232080" y="4339914"/>
            <a:ext cx="4190307" cy="396934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 rot="5400000">
            <a:off x="4585608" y="2900070"/>
            <a:ext cx="3276623" cy="396934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/>
        </p:nvSpPr>
        <p:spPr>
          <a:xfrm>
            <a:off x="6025453" y="1460222"/>
            <a:ext cx="2211185" cy="396934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 rot="5400000">
            <a:off x="6825288" y="2465326"/>
            <a:ext cx="2425765" cy="396934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/>
        </p:nvSpPr>
        <p:spPr>
          <a:xfrm>
            <a:off x="7865281" y="3477489"/>
            <a:ext cx="2211185" cy="396934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 descr="Space colony - Free transportation icon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0888" y="2771258"/>
            <a:ext cx="1248982" cy="1248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pace Rocket Png Image Transparent Background - Unfollow Jet Transparent PNG  - 1600x1600 - Free Download on Nice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122" r="9939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726983">
            <a:off x="916480" y="1224774"/>
            <a:ext cx="696755" cy="709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Space Rocket Png Image Transparent Background - Unfollow Jet Transparent PNG  - 1600x1600 - Free Download on Nice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100000" l="122" r="9939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726983">
            <a:off x="1893228" y="1239951"/>
            <a:ext cx="696755" cy="709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177" y="1920102"/>
            <a:ext cx="647290" cy="582661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31" name="Рисунок 30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867" y="2550388"/>
            <a:ext cx="647290" cy="582661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26" name="Прямоугольник 25"/>
          <p:cNvSpPr/>
          <p:nvPr/>
        </p:nvSpPr>
        <p:spPr>
          <a:xfrm>
            <a:off x="695210" y="5600838"/>
            <a:ext cx="10827325" cy="7463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/>
          <p:cNvSpPr/>
          <p:nvPr/>
        </p:nvSpPr>
        <p:spPr>
          <a:xfrm>
            <a:off x="1179133" y="5715739"/>
            <a:ext cx="565265" cy="407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3</a:t>
            </a:r>
            <a:endParaRPr lang="ru-RU" sz="3200" b="1" dirty="0">
              <a:solidFill>
                <a:srgbClr val="FF0000"/>
              </a:solidFill>
            </a:endParaRPr>
          </a:p>
        </p:txBody>
      </p:sp>
      <p:pic>
        <p:nvPicPr>
          <p:cNvPr id="1034" name="Picture 10" descr="Cute monster - Free shapes icons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95" y="5721491"/>
            <a:ext cx="412230" cy="412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Рисунок 28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3741" y="2628820"/>
            <a:ext cx="425796" cy="425796"/>
          </a:xfrm>
          <a:prstGeom prst="rect">
            <a:avLst/>
          </a:prstGeom>
        </p:spPr>
      </p:pic>
      <p:pic>
        <p:nvPicPr>
          <p:cNvPr id="36" name="Рисунок 35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0754" y="2218415"/>
            <a:ext cx="425796" cy="425796"/>
          </a:xfrm>
          <a:prstGeom prst="rect">
            <a:avLst/>
          </a:prstGeom>
        </p:spPr>
      </p:pic>
      <p:pic>
        <p:nvPicPr>
          <p:cNvPr id="37" name="Рисунок 36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883" y="1999771"/>
            <a:ext cx="425796" cy="425796"/>
          </a:xfrm>
          <a:prstGeom prst="rect">
            <a:avLst/>
          </a:prstGeom>
        </p:spPr>
      </p:pic>
      <p:pic>
        <p:nvPicPr>
          <p:cNvPr id="1036" name="Picture 12" descr="Yellow lightning bolt icon - Transparent PNG &amp; SVG vector fil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0754" y="5629322"/>
            <a:ext cx="580157" cy="580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Прямоугольник 38"/>
          <p:cNvSpPr/>
          <p:nvPr/>
        </p:nvSpPr>
        <p:spPr>
          <a:xfrm>
            <a:off x="10631901" y="5724054"/>
            <a:ext cx="621039" cy="407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</a:rPr>
              <a:t>12</a:t>
            </a:r>
            <a:endParaRPr lang="ru-RU" sz="3200" b="1" dirty="0">
              <a:solidFill>
                <a:srgbClr val="FF0000"/>
              </a:solidFill>
            </a:endParaRPr>
          </a:p>
        </p:txBody>
      </p:sp>
      <p:pic>
        <p:nvPicPr>
          <p:cNvPr id="1038" name="Picture 14" descr="Money İcon Png &amp; Free Money İcon.png Transparent Images #67194 - PNGio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4036" y="5629322"/>
            <a:ext cx="638269" cy="638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Прямоугольник 40"/>
          <p:cNvSpPr/>
          <p:nvPr/>
        </p:nvSpPr>
        <p:spPr>
          <a:xfrm>
            <a:off x="9411621" y="5724052"/>
            <a:ext cx="621039" cy="407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</a:rPr>
              <a:t>55</a:t>
            </a:r>
            <a:endParaRPr lang="ru-RU" sz="3200" b="1" dirty="0">
              <a:solidFill>
                <a:srgbClr val="FF0000"/>
              </a:solidFill>
            </a:endParaRPr>
          </a:p>
        </p:txBody>
      </p:sp>
      <p:cxnSp>
        <p:nvCxnSpPr>
          <p:cNvPr id="32" name="Прямая соединительная линия 31"/>
          <p:cNvCxnSpPr/>
          <p:nvPr/>
        </p:nvCxnSpPr>
        <p:spPr>
          <a:xfrm>
            <a:off x="10076466" y="2984269"/>
            <a:ext cx="114288" cy="9945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/>
          <p:cNvCxnSpPr>
            <a:stCxn id="36" idx="2"/>
          </p:cNvCxnSpPr>
          <p:nvPr/>
        </p:nvCxnSpPr>
        <p:spPr>
          <a:xfrm>
            <a:off x="10403652" y="2644211"/>
            <a:ext cx="60650" cy="179109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/>
          <p:cNvCxnSpPr>
            <a:stCxn id="37" idx="2"/>
            <a:endCxn id="29" idx="0"/>
          </p:cNvCxnSpPr>
          <p:nvPr/>
        </p:nvCxnSpPr>
        <p:spPr>
          <a:xfrm>
            <a:off x="9814781" y="2425567"/>
            <a:ext cx="111858" cy="203253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50"/>
          <p:cNvCxnSpPr>
            <a:stCxn id="37" idx="3"/>
          </p:cNvCxnSpPr>
          <p:nvPr/>
        </p:nvCxnSpPr>
        <p:spPr>
          <a:xfrm>
            <a:off x="10027679" y="2212669"/>
            <a:ext cx="223725" cy="102418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0" name="Picture 16" descr="Explosion - Free nature icons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5875" y="1254340"/>
            <a:ext cx="678650" cy="67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Artificial, cyber, electronic, heart icon - Download on Iconfinder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7646" y="5717363"/>
            <a:ext cx="437429" cy="43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Прямоугольник 55"/>
          <p:cNvSpPr/>
          <p:nvPr/>
        </p:nvSpPr>
        <p:spPr>
          <a:xfrm>
            <a:off x="2541069" y="5715645"/>
            <a:ext cx="621039" cy="407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 smtClean="0">
                <a:solidFill>
                  <a:srgbClr val="FF0000"/>
                </a:solidFill>
              </a:rPr>
              <a:t>20</a:t>
            </a:r>
            <a:endParaRPr lang="ru-RU" sz="3200" b="1" dirty="0">
              <a:solidFill>
                <a:srgbClr val="FF0000"/>
              </a:solidFill>
            </a:endParaRPr>
          </a:p>
        </p:txBody>
      </p:sp>
      <p:pic>
        <p:nvPicPr>
          <p:cNvPr id="1044" name="Picture 20" descr="Auto Turret - Official ARK: Survival Evolved Wiki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3423" y="5694463"/>
            <a:ext cx="582661" cy="58266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Рисунок 5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2383" y="5694464"/>
            <a:ext cx="647290" cy="5826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4" name="Рисунок 43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6085" y="5687511"/>
            <a:ext cx="530353" cy="5896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46" name="Picture 22" descr="Download Png - Star Wars Battlefront 2 Turrets - Full Size PNG Image -  PNGkit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6439" y="5687511"/>
            <a:ext cx="1002312" cy="58802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Группа 2"/>
          <p:cNvGrpSpPr/>
          <p:nvPr/>
        </p:nvGrpSpPr>
        <p:grpSpPr>
          <a:xfrm>
            <a:off x="10999152" y="683963"/>
            <a:ext cx="407820" cy="324482"/>
            <a:chOff x="4895700" y="814647"/>
            <a:chExt cx="407820" cy="324482"/>
          </a:xfrm>
        </p:grpSpPr>
        <p:sp>
          <p:nvSpPr>
            <p:cNvPr id="2" name="Блок-схема: альтернативный процесс 1"/>
            <p:cNvSpPr/>
            <p:nvPr/>
          </p:nvSpPr>
          <p:spPr>
            <a:xfrm>
              <a:off x="4896196" y="814647"/>
              <a:ext cx="407324" cy="83128"/>
            </a:xfrm>
            <a:prstGeom prst="flowChartAlternateProcess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Блок-схема: альтернативный процесс 41"/>
            <p:cNvSpPr/>
            <p:nvPr/>
          </p:nvSpPr>
          <p:spPr>
            <a:xfrm>
              <a:off x="4895700" y="934915"/>
              <a:ext cx="407324" cy="83128"/>
            </a:xfrm>
            <a:prstGeom prst="flowChartAlternateProcess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3" name="Блок-схема: альтернативный процесс 42"/>
            <p:cNvSpPr/>
            <p:nvPr/>
          </p:nvSpPr>
          <p:spPr>
            <a:xfrm>
              <a:off x="4895700" y="1056001"/>
              <a:ext cx="407324" cy="83128"/>
            </a:xfrm>
            <a:prstGeom prst="flowChartAlternateProcess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887609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57447" y="257695"/>
            <a:ext cx="11463251" cy="6276109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658783" y="464774"/>
            <a:ext cx="10860577" cy="5861950"/>
          </a:xfrm>
          <a:prstGeom prst="rect">
            <a:avLst/>
          </a:prstGeom>
          <a:solidFill>
            <a:srgbClr val="6666FF">
              <a:alpha val="91000"/>
            </a:srgb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8" name="Picture 4" descr="Outer Space Planets (2560x1600) - обои на рабочий стол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782" y="464773"/>
            <a:ext cx="10860578" cy="5867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3790603" y="1911925"/>
            <a:ext cx="4690456" cy="838846"/>
          </a:xfrm>
          <a:prstGeom prst="rect">
            <a:avLst/>
          </a:prstGeom>
          <a:gradFill flip="none" rotWithShape="1">
            <a:gsLst>
              <a:gs pos="0">
                <a:srgbClr val="FFC000">
                  <a:shade val="30000"/>
                  <a:satMod val="115000"/>
                </a:srgbClr>
              </a:gs>
              <a:gs pos="50000">
                <a:srgbClr val="FFC000">
                  <a:shade val="67500"/>
                  <a:satMod val="115000"/>
                </a:srgbClr>
              </a:gs>
              <a:gs pos="100000">
                <a:srgbClr val="FFC000">
                  <a:shade val="100000"/>
                  <a:satMod val="115000"/>
                </a:srgbClr>
              </a:gs>
            </a:gsLst>
            <a:lin ang="189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PLAY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3790603" y="3059820"/>
            <a:ext cx="4690456" cy="838846"/>
          </a:xfrm>
          <a:prstGeom prst="rect">
            <a:avLst/>
          </a:prstGeom>
          <a:gradFill flip="none" rotWithShape="1">
            <a:gsLst>
              <a:gs pos="0">
                <a:srgbClr val="FFC000">
                  <a:shade val="30000"/>
                  <a:satMod val="115000"/>
                </a:srgbClr>
              </a:gs>
              <a:gs pos="50000">
                <a:srgbClr val="FFC000">
                  <a:shade val="67500"/>
                  <a:satMod val="115000"/>
                </a:srgbClr>
              </a:gs>
              <a:gs pos="100000">
                <a:srgbClr val="FFC000">
                  <a:shade val="100000"/>
                  <a:satMod val="115000"/>
                </a:srgbClr>
              </a:gs>
            </a:gsLst>
            <a:lin ang="189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OPTIONS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790603" y="4207715"/>
            <a:ext cx="4690456" cy="838846"/>
          </a:xfrm>
          <a:prstGeom prst="rect">
            <a:avLst/>
          </a:prstGeom>
          <a:gradFill flip="none" rotWithShape="1">
            <a:gsLst>
              <a:gs pos="0">
                <a:srgbClr val="FFC000">
                  <a:shade val="30000"/>
                  <a:satMod val="115000"/>
                </a:srgbClr>
              </a:gs>
              <a:gs pos="50000">
                <a:srgbClr val="FFC000">
                  <a:shade val="67500"/>
                  <a:satMod val="115000"/>
                </a:srgbClr>
              </a:gs>
              <a:gs pos="100000">
                <a:srgbClr val="FFC000">
                  <a:shade val="100000"/>
                  <a:satMod val="115000"/>
                </a:srgbClr>
              </a:gs>
            </a:gsLst>
            <a:lin ang="189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EXIT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131965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</TotalTime>
  <Words>7</Words>
  <Application>Microsoft Office PowerPoint</Application>
  <PresentationFormat>Широкоэкранный</PresentationFormat>
  <Paragraphs>7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Alexey Okunev</dc:creator>
  <cp:lastModifiedBy>Alexey Okunev</cp:lastModifiedBy>
  <cp:revision>13</cp:revision>
  <dcterms:created xsi:type="dcterms:W3CDTF">2021-03-02T14:25:43Z</dcterms:created>
  <dcterms:modified xsi:type="dcterms:W3CDTF">2021-03-04T09:44:41Z</dcterms:modified>
</cp:coreProperties>
</file>